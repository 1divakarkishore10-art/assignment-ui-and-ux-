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657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3657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1430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Groww App User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what users say, think, feel, and do on Groww — to uncover their needs, frustrations, and expectations.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37160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657600"/>
            <a:ext cx="137160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4884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3657600"/>
            <a:ext cx="137160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5760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3657600"/>
            <a:ext cx="137160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6636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WITHDRAW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 App User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Rohan — a college student who is starting to invest through Groww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 App User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97280" cy="1097280"/>
          </a:xfrm>
          <a:prstGeom prst="ellipse">
            <a:avLst/>
          </a:prstGeom>
          <a:solidFill>
            <a:srgbClr val="E6F6F1"/>
          </a:solidFill>
          <a:ln w="25400">
            <a:solidFill>
              <a:srgbClr val="00A6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Rohan, 21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105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Student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Invests via SIPs every month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 the app daily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simplicity, safety &amp; trust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Rohan puts a small amount into mutual funds and stocks each month. He wants investing to feel simple, safe and clear — from sign-up to withdrawal.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8404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investing easily, understand where his money is going, and feel confident that it is safe and growing.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8404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463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his experience end-to-end shows where the app builds confidence — and where confusion can break trust.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EMPATHY MAP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Rohan says, thinks, feels, and does on Groww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 App User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84048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“Has my SIP gone through?”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 my money safe here?”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is my portfolio red today?”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84048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920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“Am I picking the right fund?”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“Are there any hidden charges?”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“Will I be able to withdraw easily?”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Anxious when the market dips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Confused by financial jargon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 when growth looks steady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84048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9204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 portfolio every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Compares funds before investing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Contacts support if payment or KYC fails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NEEDS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Rohan needs from the Groww app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 App User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49047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onboarding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sign-up and KYC without confusion.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9047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portfolio view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glance shows investments and returns.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58775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SIP setup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and manage monthly investments quickly.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58775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charges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all fees before investing.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52044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68503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payments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payment options that work smoothly.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68503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support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help when something goes wrong.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frustrates Rohan on the Groww app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 App User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49047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jargon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Terms that are hard for beginners to follow.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9047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delays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takes longer than expected.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58775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Failed or pending payments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Unclear status when money is deducted.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58775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or unclear charges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Fees and taxes are hard to find.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52044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68503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 fund choices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Overwhelming options with little guidance.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68503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support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waits when resolving an issue.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Rohan expects from Groww going forward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 App User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49047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Plain-language guidance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Explanations a first-time investor can follow.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9047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fees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the full cost before confirming.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58775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Stable, fast app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lag, especially when markets are moving.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58775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suggestions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Funds matched to his goals and budget.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52044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685032"/>
            <a:ext cx="347472" cy="347472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withdrawals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timelines and status for redemptions.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38404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685032"/>
            <a:ext cx="347472" cy="347472"/>
          </a:xfrm>
          <a:prstGeom prst="ellipse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&amp; goals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to learn and track progress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8016" cy="5143500"/>
          </a:xfrm>
          <a:prstGeom prst="rect">
            <a:avLst/>
          </a:prstGeom>
          <a:solidFill>
            <a:srgbClr val="4B5BE0"/>
          </a:solidFill>
          <a:ln w="12700">
            <a:solidFill>
              <a:srgbClr val="4B5B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built when money feels simple and safe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Map · Groww App User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786384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clear, honest experience reduces anxiety at every step.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confidence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choices and show progress in simple language.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60604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2044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friction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KYC, payments, SIPs and fees simple and predictable.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0E5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quickly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support and refunds easy when something fails.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Empathy Map - Groww</dc:title>
  <dc:subject>PptxGenJS Presentation</dc:subject>
  <dc:creator>PptxGenJS</dc:creator>
  <cp:lastModifiedBy>PptxGenJS</cp:lastModifiedBy>
  <cp:revision>1</cp:revision>
  <dcterms:created xsi:type="dcterms:W3CDTF">2026-10-05T16:30:39Z</dcterms:created>
  <dcterms:modified xsi:type="dcterms:W3CDTF">2026-10-05T16:30:39Z</dcterms:modified>
</cp:coreProperties>
</file>